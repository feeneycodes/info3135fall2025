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0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1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1CD2BD-D35F-4D7C-A32B-90BE4261DE29}" type="datetimeFigureOut">
              <a:rPr lang="en-CA" smtClean="0"/>
              <a:t>2025-11-09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928A88-17C7-47B8-B1D1-5E040B8265A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89923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8252-26A2-422C-8021-53F2FA7F3083}" type="datetimeFigureOut">
              <a:rPr lang="en-CA" smtClean="0"/>
              <a:t>2025-11-09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8DDE3-37DC-4FC1-86DE-98D0EA336B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7059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8252-26A2-422C-8021-53F2FA7F3083}" type="datetimeFigureOut">
              <a:rPr lang="en-CA" smtClean="0"/>
              <a:t>2025-11-09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8DDE3-37DC-4FC1-86DE-98D0EA336B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63017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8252-26A2-422C-8021-53F2FA7F3083}" type="datetimeFigureOut">
              <a:rPr lang="en-CA" smtClean="0"/>
              <a:t>2025-11-09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8DDE3-37DC-4FC1-86DE-98D0EA336B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55086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8252-26A2-422C-8021-53F2FA7F3083}" type="datetimeFigureOut">
              <a:rPr lang="en-CA" smtClean="0"/>
              <a:t>2025-11-09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8DDE3-37DC-4FC1-86DE-98D0EA336B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4710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8252-26A2-422C-8021-53F2FA7F3083}" type="datetimeFigureOut">
              <a:rPr lang="en-CA" smtClean="0"/>
              <a:t>2025-11-09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8DDE3-37DC-4FC1-86DE-98D0EA336B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94773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8252-26A2-422C-8021-53F2FA7F3083}" type="datetimeFigureOut">
              <a:rPr lang="en-CA" smtClean="0"/>
              <a:t>2025-11-09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8DDE3-37DC-4FC1-86DE-98D0EA336B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78366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8252-26A2-422C-8021-53F2FA7F3083}" type="datetimeFigureOut">
              <a:rPr lang="en-CA" smtClean="0"/>
              <a:t>2025-11-09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8DDE3-37DC-4FC1-86DE-98D0EA336B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80413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8252-26A2-422C-8021-53F2FA7F3083}" type="datetimeFigureOut">
              <a:rPr lang="en-CA" smtClean="0"/>
              <a:t>2025-11-09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8DDE3-37DC-4FC1-86DE-98D0EA336B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9465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8252-26A2-422C-8021-53F2FA7F3083}" type="datetimeFigureOut">
              <a:rPr lang="en-CA" smtClean="0"/>
              <a:t>2025-11-09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8DDE3-37DC-4FC1-86DE-98D0EA336B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93598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8252-26A2-422C-8021-53F2FA7F3083}" type="datetimeFigureOut">
              <a:rPr lang="en-CA" smtClean="0"/>
              <a:t>2025-11-09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8DDE3-37DC-4FC1-86DE-98D0EA336B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79238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8252-26A2-422C-8021-53F2FA7F3083}" type="datetimeFigureOut">
              <a:rPr lang="en-CA" smtClean="0"/>
              <a:t>2025-11-09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8DDE3-37DC-4FC1-86DE-98D0EA336B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97055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39815" y="182245"/>
            <a:ext cx="9313985" cy="8306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08943"/>
            <a:ext cx="10515600" cy="45542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4A8252-26A2-422C-8021-53F2FA7F3083}" type="datetimeFigureOut">
              <a:rPr lang="en-CA" smtClean="0"/>
              <a:t>2025-11-09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D8DDE3-37DC-4FC1-86DE-98D0EA336B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71977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3F0B0-C69A-4A0D-B8AD-1BB7A9D210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Decision Trees Help Session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2AC706-25B7-4D06-85BC-EFDACAFA70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INFO-3135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45230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C6E20-1598-4187-8B52-85563E476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Decision Trees Help Session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6234A-54F8-4F4D-8071-C2FD302BD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 us have a look at a simple binary decision tree to determine if someone is fit based a set of parameters.</a:t>
            </a:r>
          </a:p>
          <a:p>
            <a:pPr lvl="1"/>
            <a:r>
              <a:rPr lang="en-US" dirty="0"/>
              <a:t>Note: This is not a real test of someone’s fitness. </a:t>
            </a:r>
          </a:p>
          <a:p>
            <a:pPr lvl="1"/>
            <a:endParaRPr lang="en-US" dirty="0"/>
          </a:p>
          <a:p>
            <a:r>
              <a:rPr lang="en-US" dirty="0"/>
              <a:t>Parameters</a:t>
            </a:r>
          </a:p>
          <a:p>
            <a:pPr lvl="1"/>
            <a:r>
              <a:rPr lang="en-US" dirty="0"/>
              <a:t>Age</a:t>
            </a:r>
          </a:p>
          <a:p>
            <a:pPr lvl="1"/>
            <a:r>
              <a:rPr lang="en-US" dirty="0"/>
              <a:t>Eats Healthy</a:t>
            </a:r>
          </a:p>
          <a:p>
            <a:pPr lvl="1"/>
            <a:r>
              <a:rPr lang="en-US" dirty="0"/>
              <a:t>Exercises 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02531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8B4C7-0073-4F0D-A146-3B30B420F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Decision Trees Help Session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A8667D-2162-44C3-A8C7-A57D932D992A}"/>
              </a:ext>
            </a:extLst>
          </p:cNvPr>
          <p:cNvSpPr txBox="1"/>
          <p:nvPr/>
        </p:nvSpPr>
        <p:spPr>
          <a:xfrm>
            <a:off x="5184396" y="1971413"/>
            <a:ext cx="1577131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Age &lt; 30</a:t>
            </a:r>
            <a:endParaRPr lang="en-C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F608AA-EF7C-4527-AAC4-FD3C10781C18}"/>
              </a:ext>
            </a:extLst>
          </p:cNvPr>
          <p:cNvSpPr txBox="1"/>
          <p:nvPr/>
        </p:nvSpPr>
        <p:spPr>
          <a:xfrm>
            <a:off x="2903988" y="3059668"/>
            <a:ext cx="1577131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Eats Healthy</a:t>
            </a:r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AD10E2-62A0-4F3B-B52F-E5519965BB08}"/>
              </a:ext>
            </a:extLst>
          </p:cNvPr>
          <p:cNvSpPr txBox="1"/>
          <p:nvPr/>
        </p:nvSpPr>
        <p:spPr>
          <a:xfrm>
            <a:off x="7392099" y="3059668"/>
            <a:ext cx="1577131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Exercises</a:t>
            </a:r>
            <a:endParaRPr lang="en-C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AA42A9-DE19-4704-917F-AB0DF93378BE}"/>
              </a:ext>
            </a:extLst>
          </p:cNvPr>
          <p:cNvSpPr txBox="1"/>
          <p:nvPr/>
        </p:nvSpPr>
        <p:spPr>
          <a:xfrm>
            <a:off x="6131304" y="4504640"/>
            <a:ext cx="1577131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Fit</a:t>
            </a:r>
            <a:endParaRPr lang="en-C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B22639-7893-4EAF-8389-196C9A675475}"/>
              </a:ext>
            </a:extLst>
          </p:cNvPr>
          <p:cNvSpPr txBox="1"/>
          <p:nvPr/>
        </p:nvSpPr>
        <p:spPr>
          <a:xfrm>
            <a:off x="8758106" y="4504640"/>
            <a:ext cx="1577131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Unfit</a:t>
            </a:r>
            <a:endParaRPr lang="en-CA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702F0F4-7575-4CBB-B54C-D0B1B9317AEC}"/>
              </a:ext>
            </a:extLst>
          </p:cNvPr>
          <p:cNvCxnSpPr>
            <a:cxnSpLocks/>
          </p:cNvCxnSpPr>
          <p:nvPr/>
        </p:nvCxnSpPr>
        <p:spPr>
          <a:xfrm>
            <a:off x="6920917" y="2281601"/>
            <a:ext cx="796955" cy="6629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7A67F6A-D892-49F5-BE63-F91CFD27C813}"/>
              </a:ext>
            </a:extLst>
          </p:cNvPr>
          <p:cNvCxnSpPr>
            <a:cxnSpLocks/>
          </p:cNvCxnSpPr>
          <p:nvPr/>
        </p:nvCxnSpPr>
        <p:spPr>
          <a:xfrm flipH="1">
            <a:off x="4120393" y="2281601"/>
            <a:ext cx="904613" cy="5965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78A35F0-44FC-4D12-927E-89B9D9A3AB90}"/>
              </a:ext>
            </a:extLst>
          </p:cNvPr>
          <p:cNvCxnSpPr>
            <a:cxnSpLocks/>
          </p:cNvCxnSpPr>
          <p:nvPr/>
        </p:nvCxnSpPr>
        <p:spPr>
          <a:xfrm>
            <a:off x="4219662" y="3523376"/>
            <a:ext cx="528507" cy="772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2C7498A-39F4-4B15-BB0C-C682C019EED1}"/>
              </a:ext>
            </a:extLst>
          </p:cNvPr>
          <p:cNvCxnSpPr>
            <a:cxnSpLocks/>
          </p:cNvCxnSpPr>
          <p:nvPr/>
        </p:nvCxnSpPr>
        <p:spPr>
          <a:xfrm flipH="1">
            <a:off x="2237415" y="3493336"/>
            <a:ext cx="837850" cy="987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E85246F-B58B-40EA-9955-EC5EF724EE4B}"/>
              </a:ext>
            </a:extLst>
          </p:cNvPr>
          <p:cNvCxnSpPr>
            <a:cxnSpLocks/>
          </p:cNvCxnSpPr>
          <p:nvPr/>
        </p:nvCxnSpPr>
        <p:spPr>
          <a:xfrm flipH="1">
            <a:off x="7213133" y="3523376"/>
            <a:ext cx="504739" cy="772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8336040-252E-4F36-ACD2-BD3A5285182C}"/>
              </a:ext>
            </a:extLst>
          </p:cNvPr>
          <p:cNvCxnSpPr>
            <a:cxnSpLocks/>
          </p:cNvCxnSpPr>
          <p:nvPr/>
        </p:nvCxnSpPr>
        <p:spPr>
          <a:xfrm>
            <a:off x="8758106" y="3523376"/>
            <a:ext cx="604008" cy="9576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803AE1D-F1E2-4179-88EF-A6C6BEC9C9BD}"/>
              </a:ext>
            </a:extLst>
          </p:cNvPr>
          <p:cNvSpPr txBox="1"/>
          <p:nvPr/>
        </p:nvSpPr>
        <p:spPr>
          <a:xfrm>
            <a:off x="4219662" y="2188819"/>
            <a:ext cx="58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  <a:endParaRPr lang="en-CA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49A8A66-988C-4C0D-9E92-DD69D54E24F2}"/>
              </a:ext>
            </a:extLst>
          </p:cNvPr>
          <p:cNvSpPr txBox="1"/>
          <p:nvPr/>
        </p:nvSpPr>
        <p:spPr>
          <a:xfrm>
            <a:off x="4497896" y="3614181"/>
            <a:ext cx="58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  <a:endParaRPr lang="en-CA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E5F963-7CD1-41E8-8EB7-BFD67C985498}"/>
              </a:ext>
            </a:extLst>
          </p:cNvPr>
          <p:cNvSpPr txBox="1"/>
          <p:nvPr/>
        </p:nvSpPr>
        <p:spPr>
          <a:xfrm>
            <a:off x="6824793" y="3664740"/>
            <a:ext cx="58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  <a:endParaRPr lang="en-CA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B9D3C27-BC7D-4629-BC4A-2C3F140236CC}"/>
              </a:ext>
            </a:extLst>
          </p:cNvPr>
          <p:cNvSpPr txBox="1"/>
          <p:nvPr/>
        </p:nvSpPr>
        <p:spPr>
          <a:xfrm>
            <a:off x="7288634" y="2145752"/>
            <a:ext cx="58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  <a:endParaRPr lang="en-CA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BEC2DB5-69FF-4797-BC01-55D3A199CD93}"/>
              </a:ext>
            </a:extLst>
          </p:cNvPr>
          <p:cNvSpPr txBox="1"/>
          <p:nvPr/>
        </p:nvSpPr>
        <p:spPr>
          <a:xfrm>
            <a:off x="9088072" y="3678002"/>
            <a:ext cx="58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  <a:endParaRPr lang="en-CA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C0404E8-A0F4-4DFE-AA4A-1EF4FA9F3833}"/>
              </a:ext>
            </a:extLst>
          </p:cNvPr>
          <p:cNvSpPr txBox="1"/>
          <p:nvPr/>
        </p:nvSpPr>
        <p:spPr>
          <a:xfrm>
            <a:off x="1943101" y="3798332"/>
            <a:ext cx="58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  <a:endParaRPr lang="en-CA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4EA1DF-171E-47D4-941D-B9D6E9474AA5}"/>
              </a:ext>
            </a:extLst>
          </p:cNvPr>
          <p:cNvSpPr txBox="1"/>
          <p:nvPr/>
        </p:nvSpPr>
        <p:spPr>
          <a:xfrm>
            <a:off x="1339441" y="4545338"/>
            <a:ext cx="1577131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Unfit</a:t>
            </a:r>
            <a:endParaRPr lang="en-CA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EBB8D9-7B9D-4501-BD76-1634CF88B652}"/>
              </a:ext>
            </a:extLst>
          </p:cNvPr>
          <p:cNvSpPr txBox="1"/>
          <p:nvPr/>
        </p:nvSpPr>
        <p:spPr>
          <a:xfrm>
            <a:off x="4029337" y="4481002"/>
            <a:ext cx="1577131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35745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8B4C7-0073-4F0D-A146-3B30B420F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Decision Trees Help Session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A8667D-2162-44C3-A8C7-A57D932D992A}"/>
              </a:ext>
            </a:extLst>
          </p:cNvPr>
          <p:cNvSpPr txBox="1"/>
          <p:nvPr/>
        </p:nvSpPr>
        <p:spPr>
          <a:xfrm>
            <a:off x="5184396" y="1971413"/>
            <a:ext cx="1577131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Age &lt; 30</a:t>
            </a:r>
            <a:endParaRPr lang="en-C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F608AA-EF7C-4527-AAC4-FD3C10781C18}"/>
              </a:ext>
            </a:extLst>
          </p:cNvPr>
          <p:cNvSpPr txBox="1"/>
          <p:nvPr/>
        </p:nvSpPr>
        <p:spPr>
          <a:xfrm>
            <a:off x="2903988" y="3059668"/>
            <a:ext cx="1577131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Eats Healthy</a:t>
            </a:r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AD10E2-62A0-4F3B-B52F-E5519965BB08}"/>
              </a:ext>
            </a:extLst>
          </p:cNvPr>
          <p:cNvSpPr txBox="1"/>
          <p:nvPr/>
        </p:nvSpPr>
        <p:spPr>
          <a:xfrm>
            <a:off x="7392099" y="3059668"/>
            <a:ext cx="1577131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Exercises</a:t>
            </a:r>
            <a:endParaRPr lang="en-C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AA42A9-DE19-4704-917F-AB0DF93378BE}"/>
              </a:ext>
            </a:extLst>
          </p:cNvPr>
          <p:cNvSpPr txBox="1"/>
          <p:nvPr/>
        </p:nvSpPr>
        <p:spPr>
          <a:xfrm>
            <a:off x="5184396" y="4017294"/>
            <a:ext cx="1577131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Fit</a:t>
            </a:r>
            <a:endParaRPr lang="en-C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B22639-7893-4EAF-8389-196C9A675475}"/>
              </a:ext>
            </a:extLst>
          </p:cNvPr>
          <p:cNvSpPr txBox="1"/>
          <p:nvPr/>
        </p:nvSpPr>
        <p:spPr>
          <a:xfrm>
            <a:off x="5184396" y="4671010"/>
            <a:ext cx="1577131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Unfit</a:t>
            </a:r>
            <a:endParaRPr lang="en-CA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702F0F4-7575-4CBB-B54C-D0B1B9317AEC}"/>
              </a:ext>
            </a:extLst>
          </p:cNvPr>
          <p:cNvCxnSpPr>
            <a:cxnSpLocks/>
          </p:cNvCxnSpPr>
          <p:nvPr/>
        </p:nvCxnSpPr>
        <p:spPr>
          <a:xfrm>
            <a:off x="6920917" y="2281601"/>
            <a:ext cx="796955" cy="6629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7A67F6A-D892-49F5-BE63-F91CFD27C813}"/>
              </a:ext>
            </a:extLst>
          </p:cNvPr>
          <p:cNvCxnSpPr>
            <a:cxnSpLocks/>
          </p:cNvCxnSpPr>
          <p:nvPr/>
        </p:nvCxnSpPr>
        <p:spPr>
          <a:xfrm flipH="1">
            <a:off x="4120393" y="2281601"/>
            <a:ext cx="904613" cy="5965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78A35F0-44FC-4D12-927E-89B9D9A3AB90}"/>
              </a:ext>
            </a:extLst>
          </p:cNvPr>
          <p:cNvCxnSpPr/>
          <p:nvPr/>
        </p:nvCxnSpPr>
        <p:spPr>
          <a:xfrm>
            <a:off x="4219662" y="3523376"/>
            <a:ext cx="889233" cy="6785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2C7498A-39F4-4B15-BB0C-C682C019EED1}"/>
              </a:ext>
            </a:extLst>
          </p:cNvPr>
          <p:cNvCxnSpPr>
            <a:cxnSpLocks/>
          </p:cNvCxnSpPr>
          <p:nvPr/>
        </p:nvCxnSpPr>
        <p:spPr>
          <a:xfrm>
            <a:off x="3075265" y="3493336"/>
            <a:ext cx="2033630" cy="13623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E85246F-B58B-40EA-9955-EC5EF724EE4B}"/>
              </a:ext>
            </a:extLst>
          </p:cNvPr>
          <p:cNvCxnSpPr/>
          <p:nvPr/>
        </p:nvCxnSpPr>
        <p:spPr>
          <a:xfrm flipH="1">
            <a:off x="6837028" y="3523376"/>
            <a:ext cx="880844" cy="6785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8336040-252E-4F36-ACD2-BD3A5285182C}"/>
              </a:ext>
            </a:extLst>
          </p:cNvPr>
          <p:cNvCxnSpPr/>
          <p:nvPr/>
        </p:nvCxnSpPr>
        <p:spPr>
          <a:xfrm flipH="1">
            <a:off x="6837028" y="3523376"/>
            <a:ext cx="1921078" cy="1332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803AE1D-F1E2-4179-88EF-A6C6BEC9C9BD}"/>
              </a:ext>
            </a:extLst>
          </p:cNvPr>
          <p:cNvSpPr txBox="1"/>
          <p:nvPr/>
        </p:nvSpPr>
        <p:spPr>
          <a:xfrm>
            <a:off x="4219662" y="2188819"/>
            <a:ext cx="58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  <a:endParaRPr lang="en-CA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49A8A66-988C-4C0D-9E92-DD69D54E24F2}"/>
              </a:ext>
            </a:extLst>
          </p:cNvPr>
          <p:cNvSpPr txBox="1"/>
          <p:nvPr/>
        </p:nvSpPr>
        <p:spPr>
          <a:xfrm>
            <a:off x="4572699" y="3429000"/>
            <a:ext cx="58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  <a:endParaRPr lang="en-CA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E5F963-7CD1-41E8-8EB7-BFD67C985498}"/>
              </a:ext>
            </a:extLst>
          </p:cNvPr>
          <p:cNvSpPr txBox="1"/>
          <p:nvPr/>
        </p:nvSpPr>
        <p:spPr>
          <a:xfrm>
            <a:off x="6920917" y="3493336"/>
            <a:ext cx="58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  <a:endParaRPr lang="en-CA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B9D3C27-BC7D-4629-BC4A-2C3F140236CC}"/>
              </a:ext>
            </a:extLst>
          </p:cNvPr>
          <p:cNvSpPr txBox="1"/>
          <p:nvPr/>
        </p:nvSpPr>
        <p:spPr>
          <a:xfrm>
            <a:off x="7288634" y="2145752"/>
            <a:ext cx="58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  <a:endParaRPr lang="en-CA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BEC2DB5-69FF-4797-BC01-55D3A199CD93}"/>
              </a:ext>
            </a:extLst>
          </p:cNvPr>
          <p:cNvSpPr txBox="1"/>
          <p:nvPr/>
        </p:nvSpPr>
        <p:spPr>
          <a:xfrm>
            <a:off x="7717872" y="4111670"/>
            <a:ext cx="58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  <a:endParaRPr lang="en-CA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C0404E8-A0F4-4DFE-AA4A-1EF4FA9F3833}"/>
              </a:ext>
            </a:extLst>
          </p:cNvPr>
          <p:cNvSpPr txBox="1"/>
          <p:nvPr/>
        </p:nvSpPr>
        <p:spPr>
          <a:xfrm>
            <a:off x="3555533" y="4094688"/>
            <a:ext cx="58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4612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C6E20-1598-4187-8B52-85563E476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Decision Trees Help Session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6234A-54F8-4F4D-8071-C2FD302BD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 we build the nodes for the tree?</a:t>
            </a:r>
          </a:p>
          <a:p>
            <a:endParaRPr lang="en-US" dirty="0"/>
          </a:p>
          <a:p>
            <a:r>
              <a:rPr lang="en-US" b="1" dirty="0"/>
              <a:t>Nodes Need:</a:t>
            </a:r>
          </a:p>
          <a:p>
            <a:pPr lvl="1"/>
            <a:r>
              <a:rPr lang="en-US" dirty="0"/>
              <a:t>A function to take our parameters and return a bool result</a:t>
            </a:r>
          </a:p>
          <a:p>
            <a:pPr lvl="1"/>
            <a:r>
              <a:rPr lang="en-US" dirty="0"/>
              <a:t>Pointers to other logic nodes (if necessary) </a:t>
            </a:r>
          </a:p>
          <a:p>
            <a:pPr lvl="1"/>
            <a:endParaRPr lang="en-US" dirty="0"/>
          </a:p>
          <a:p>
            <a:r>
              <a:rPr lang="en-US" dirty="0"/>
              <a:t>We will encapsulate the decision logic using functions (function pointers) in our node so we can just use a single Node class.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07095319"/>
      </p:ext>
    </p:extLst>
  </p:cSld>
  <p:clrMapOvr>
    <a:masterClrMapping/>
  </p:clrMapOvr>
</p:sld>
</file>

<file path=ppt/theme/theme1.xml><?xml version="1.0" encoding="utf-8"?>
<a:theme xmlns:a="http://schemas.openxmlformats.org/drawingml/2006/main" name="Fanshawe_F202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nshawe_F2020" id="{3E729443-EF42-41F3-A241-659D98D35E2E}" vid="{AB8BE6BD-5223-4ADB-A124-8EBB7E608F2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Fanshawe_F2020</Template>
  <TotalTime>1217</TotalTime>
  <Words>149</Words>
  <Application>Microsoft Office PowerPoint</Application>
  <PresentationFormat>Widescreen</PresentationFormat>
  <Paragraphs>44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Fanshawe_F2020</vt:lpstr>
      <vt:lpstr>Decision Trees Help Session</vt:lpstr>
      <vt:lpstr>Decision Trees Help Session</vt:lpstr>
      <vt:lpstr>Decision Trees Help Session</vt:lpstr>
      <vt:lpstr>Decision Trees Help Session</vt:lpstr>
      <vt:lpstr>Decision Trees Help Session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Trees Help Session</dc:title>
  <dc:creator>Daniel Maclam</dc:creator>
  <cp:lastModifiedBy>Bestan Maaroof</cp:lastModifiedBy>
  <cp:revision>9</cp:revision>
  <dcterms:created xsi:type="dcterms:W3CDTF">2020-11-28T16:13:17Z</dcterms:created>
  <dcterms:modified xsi:type="dcterms:W3CDTF">2025-11-10T00:42:05Z</dcterms:modified>
</cp:coreProperties>
</file>