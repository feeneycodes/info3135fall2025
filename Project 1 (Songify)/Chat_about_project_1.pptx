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9E019-4004-996D-5E6B-44BC6E227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B7B2E6-779E-5691-1F2B-D5E87C337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52745-A75D-5A39-A55F-08F5093FB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B529-945E-40C4-BF97-FD303D3052CF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81A18-2761-C7F6-CEFF-FB6BA36AC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D130B-176B-4429-26BE-4EB0E72FC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0861-A316-42D0-A1F8-0B2E55C1B0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9706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C854-9324-2407-7A4C-3CCDBC68F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69789-499E-B825-97F6-C9FB80B7B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A3448-D000-EAA0-571F-BDC3CA658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B529-945E-40C4-BF97-FD303D3052CF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2619E-A0AC-52CA-7A58-B53613E35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3AD7B-BD66-C889-6B05-B272E4E30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0861-A316-42D0-A1F8-0B2E55C1B0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8559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2FE62-5E16-7A25-79AE-BF0547A8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8E0A1-A97B-77A3-5BB4-517AF74E7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8152E-5A82-8B9E-161B-0908D565B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B529-945E-40C4-BF97-FD303D3052CF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76B76-CC1B-D515-FFCC-146D248E5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BD31B-7C57-42F7-0075-5412757A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0861-A316-42D0-A1F8-0B2E55C1B0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82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ACAAF-DF9A-5F5A-62A9-8FDDAA33E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2D2D1-8A82-20A9-BEC8-B866C30A49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DBFC88-F9DD-2772-F27A-A7623806B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6E716-ABC3-94F2-C318-9785CC0A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B529-945E-40C4-BF97-FD303D3052CF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D2AEC-636B-B3FB-913D-99652760C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35B60-57BE-5B25-983E-D373CA0D4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0861-A316-42D0-A1F8-0B2E55C1B0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1195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DD679-1D1C-DABA-12AA-21D7CA37C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8361D-EA9C-B384-D5BC-386D1707B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8DDB7A-BEA1-3E2E-CA7C-1739C5DA0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49D05-A43F-6338-7462-0628DD36C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CB9E15-55C8-9DF4-1AAD-62B49D36FD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5C55E4-97AA-7147-C5BB-1B7B7671A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B529-945E-40C4-BF97-FD303D3052CF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5E98DB-8367-A197-54D6-A7668735A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45E41D-2407-EF97-95DD-C2F2810B8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0861-A316-42D0-A1F8-0B2E55C1B0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171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DCBE-D21B-A431-8518-EFA0D7D6D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41481-D71C-CFE5-227D-E51E2451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B529-945E-40C4-BF97-FD303D3052CF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29788-C2BF-8878-73CD-EE2CC054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51339-807C-FA4E-3661-81EBFB25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0861-A316-42D0-A1F8-0B2E55C1B0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9238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5D8779-480A-B282-66F5-5D67529D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B529-945E-40C4-BF97-FD303D3052CF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A3C629-626A-21EB-E91B-287193675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9D190-C6FB-5FA6-D402-53308672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0861-A316-42D0-A1F8-0B2E55C1B0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0960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CF76-166A-A60A-9F17-CC59A95E7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C976D-33E3-3729-CFEF-06CE2EB94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2E3F1-9CC2-77D9-FCA2-A5D1A71F4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B3F66-AEA2-12DB-C176-B90A24C8A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B529-945E-40C4-BF97-FD303D3052CF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2F160-7099-6F4C-5D34-7413DBA21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4DA3E-99E5-371A-A03B-22AF1F670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0861-A316-42D0-A1F8-0B2E55C1B0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8030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1579-FB25-5AD9-CE8F-3EDB248F3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B0A75-3427-2AB9-D84E-A20A5EC21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44762-618F-4C30-3274-8D203E29B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1CFFE-6B66-9E6C-EFED-BEA896A97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B529-945E-40C4-BF97-FD303D3052CF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9DC94-CB2B-FC25-CC08-4320F357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8C0AC-5305-11AA-4406-6114CACB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0861-A316-42D0-A1F8-0B2E55C1B0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2247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8957B-46A9-9340-ADBD-1291EF72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3F2E4-4423-D457-E34A-BDB0505A8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EE983-6616-BB51-4913-F3D41CA26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B529-945E-40C4-BF97-FD303D3052CF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DE75A-FAB7-73F7-E608-D2229613C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54B03-99AE-30D1-39EF-551CF85E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0861-A316-42D0-A1F8-0B2E55C1B0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983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852B29-318D-F7F7-59F6-D6B7C55C2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67074-7D73-DC66-D94E-47D962032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FAB2F-3DF9-6D41-4D17-455A6F567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3B529-945E-40C4-BF97-FD303D3052CF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63A1D-76CC-C3E6-19F1-4407B005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6A91A-1577-5360-53D1-33812B3E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0861-A316-42D0-A1F8-0B2E55C1B0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5655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014F1-526B-B19D-1F33-D66361989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E3EE3-A419-A8DD-17E6-8FAE165CE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CB5A-9262-9AAF-60DA-1AA85A0283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3B529-945E-40C4-BF97-FD303D3052CF}" type="datetimeFigureOut">
              <a:rPr lang="en-CA" smtClean="0"/>
              <a:t>2025-11-03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E29BB-6BAF-D154-7FD0-297B9D8AE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50D06-9283-ADF2-4622-DAE55E6BEE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90861-A316-42D0-A1F8-0B2E55C1B0A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7602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6AE17-9141-82C7-C558-5F3E131E9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Songs globally vs the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A5BB-E95B-0005-F48E-AAE9B84AD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740"/>
            <a:ext cx="10515600" cy="4351338"/>
          </a:xfrm>
        </p:spPr>
        <p:txBody>
          <a:bodyPr/>
          <a:lstStyle/>
          <a:p>
            <a:r>
              <a:rPr lang="en-CA" dirty="0"/>
              <a:t>Do we have a central list of songs and pointers to those songs in the user’s list?</a:t>
            </a:r>
          </a:p>
          <a:p>
            <a:pPr lvl="1"/>
            <a:r>
              <a:rPr lang="en-CA" dirty="0"/>
              <a:t>+ there’s only one song</a:t>
            </a:r>
          </a:p>
          <a:p>
            <a:pPr lvl="1"/>
            <a:r>
              <a:rPr lang="en-CA" dirty="0"/>
              <a:t>-</a:t>
            </a:r>
            <a:r>
              <a:rPr lang="en-CA" dirty="0" err="1"/>
              <a:t>ve</a:t>
            </a:r>
            <a:r>
              <a:rPr lang="en-CA" dirty="0"/>
              <a:t>: ratings are not useful in the central list</a:t>
            </a:r>
          </a:p>
          <a:p>
            <a:pPr lvl="1"/>
            <a:r>
              <a:rPr lang="en-CA" dirty="0"/>
              <a:t>Possible solution: have another things that only hold the ratings (per user)</a:t>
            </a:r>
            <a:br>
              <a:rPr lang="en-CA" dirty="0"/>
            </a:br>
            <a:r>
              <a:rPr lang="en-CA" dirty="0"/>
              <a:t>or have a central thing that has </a:t>
            </a:r>
            <a:r>
              <a:rPr lang="en-CA" dirty="0" err="1"/>
              <a:t>ratings+song+user</a:t>
            </a:r>
            <a:endParaRPr lang="en-CA" dirty="0"/>
          </a:p>
          <a:p>
            <a:pPr lvl="1"/>
            <a:r>
              <a:rPr lang="en-CA" dirty="0"/>
              <a:t>Smarts pointers to NOT “solve memory issues”</a:t>
            </a:r>
          </a:p>
          <a:p>
            <a:r>
              <a:rPr lang="en-CA" dirty="0"/>
              <a:t>You can also have complete separate lists, one globally, one per user</a:t>
            </a:r>
          </a:p>
          <a:p>
            <a:pPr lvl="1"/>
            <a:r>
              <a:rPr lang="en-CA" dirty="0"/>
              <a:t>+</a:t>
            </a:r>
            <a:r>
              <a:rPr lang="en-CA" dirty="0" err="1"/>
              <a:t>ve</a:t>
            </a:r>
            <a:r>
              <a:rPr lang="en-CA" dirty="0"/>
              <a:t>: ratings are separate, maybe sorting is easier</a:t>
            </a:r>
          </a:p>
          <a:p>
            <a:pPr lvl="1"/>
            <a:r>
              <a:rPr lang="en-CA" dirty="0"/>
              <a:t>-</a:t>
            </a:r>
            <a:r>
              <a:rPr lang="en-CA" dirty="0" err="1"/>
              <a:t>ve</a:t>
            </a:r>
            <a:r>
              <a:rPr lang="en-CA" dirty="0"/>
              <a:t>: If I delete or change a song, then I have to go through all the user’s lists and update/delete them – but seriously, how long is that really going to take??</a:t>
            </a:r>
          </a:p>
        </p:txBody>
      </p:sp>
    </p:spTree>
    <p:extLst>
      <p:ext uri="{BB962C8B-B14F-4D97-AF65-F5344CB8AC3E}">
        <p14:creationId xmlns:p14="http://schemas.microsoft.com/office/powerpoint/2010/main" val="2884616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6AE17-9141-82C7-C558-5F3E131E9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Songs globally vs the 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0A5BB-E95B-0005-F48E-AAE9B84AD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740"/>
            <a:ext cx="10515600" cy="4351338"/>
          </a:xfrm>
        </p:spPr>
        <p:txBody>
          <a:bodyPr/>
          <a:lstStyle/>
          <a:p>
            <a:r>
              <a:rPr lang="en-CA" dirty="0"/>
              <a:t>List&lt;song*&gt; </a:t>
            </a:r>
            <a:r>
              <a:rPr lang="en-CA" dirty="0" err="1"/>
              <a:t>usersSongs</a:t>
            </a:r>
            <a:r>
              <a:rPr lang="en-CA" dirty="0"/>
              <a:t>;   // points to central list of songs</a:t>
            </a:r>
          </a:p>
          <a:p>
            <a:r>
              <a:rPr lang="en-CA" dirty="0"/>
              <a:t>List&lt;song*&gt; </a:t>
            </a:r>
            <a:r>
              <a:rPr lang="en-CA" dirty="0" err="1"/>
              <a:t>allTheSongs</a:t>
            </a:r>
            <a:r>
              <a:rPr lang="en-CA" dirty="0"/>
              <a:t>;</a:t>
            </a:r>
          </a:p>
          <a:p>
            <a:r>
              <a:rPr lang="en-CA" dirty="0"/>
              <a:t>Delete </a:t>
            </a:r>
            <a:r>
              <a:rPr lang="en-CA" dirty="0" err="1"/>
              <a:t>alltheSongs</a:t>
            </a:r>
            <a:r>
              <a:rPr lang="en-CA" dirty="0"/>
              <a:t>[1039];</a:t>
            </a:r>
          </a:p>
          <a:p>
            <a:r>
              <a:rPr lang="en-CA" dirty="0" err="1"/>
              <a:t>alltheSongs</a:t>
            </a:r>
            <a:r>
              <a:rPr lang="en-CA" dirty="0"/>
              <a:t>[1039] = </a:t>
            </a:r>
            <a:r>
              <a:rPr lang="en-CA" dirty="0" err="1"/>
              <a:t>nulptr</a:t>
            </a:r>
            <a:r>
              <a:rPr lang="en-CA" dirty="0"/>
              <a:t>;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03288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965A4-2E13-2F86-378F-AF0D27C5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Searching and sorting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0DE12-0819-9F2D-8362-32043385E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Sort when asked?</a:t>
            </a:r>
          </a:p>
          <a:p>
            <a:r>
              <a:rPr lang="en-CA" dirty="0"/>
              <a:t>Keep it sorted all the time</a:t>
            </a:r>
          </a:p>
          <a:p>
            <a:r>
              <a:rPr lang="en-CA" dirty="0"/>
              <a:t>Have multiple different sorted lists?</a:t>
            </a:r>
          </a:p>
          <a:p>
            <a:pPr lvl="1"/>
            <a:r>
              <a:rPr lang="en-CA" dirty="0" err="1"/>
              <a:t>listByLastName</a:t>
            </a:r>
            <a:endParaRPr lang="en-CA" dirty="0"/>
          </a:p>
          <a:p>
            <a:pPr lvl="1"/>
            <a:r>
              <a:rPr lang="en-CA" dirty="0" err="1"/>
              <a:t>listBySIN</a:t>
            </a:r>
            <a:endParaRPr lang="en-CA" dirty="0"/>
          </a:p>
          <a:p>
            <a:pPr lvl="1"/>
            <a:r>
              <a:rPr lang="en-CA" dirty="0" err="1"/>
              <a:t>listBYID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53454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965A4-2E13-2F86-378F-AF0D27C5C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What’s the most expensive thing in software?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0DE12-0819-9F2D-8362-32043385E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Maintenance. </a:t>
            </a:r>
          </a:p>
          <a:p>
            <a:endParaRPr lang="en-CA" dirty="0"/>
          </a:p>
          <a:p>
            <a:r>
              <a:rPr lang="en-CA" dirty="0"/>
              <a:t>10 lines took you 12 hours to fix</a:t>
            </a:r>
          </a:p>
          <a:p>
            <a:r>
              <a:rPr lang="en-CA" dirty="0"/>
              <a:t>The rest… no time at all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This includes future you…</a:t>
            </a:r>
          </a:p>
          <a:p>
            <a:pPr marL="0" indent="0">
              <a:buNone/>
            </a:pPr>
            <a:r>
              <a:rPr lang="en-CA" dirty="0"/>
              <a:t>(“Clever code” – avoid)</a:t>
            </a:r>
          </a:p>
        </p:txBody>
      </p:sp>
    </p:spTree>
    <p:extLst>
      <p:ext uri="{BB962C8B-B14F-4D97-AF65-F5344CB8AC3E}">
        <p14:creationId xmlns:p14="http://schemas.microsoft.com/office/powerpoint/2010/main" val="2642331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235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Songs globally vs the user</vt:lpstr>
      <vt:lpstr>Songs globally vs the user</vt:lpstr>
      <vt:lpstr>Searching and sorting</vt:lpstr>
      <vt:lpstr>What’s the most expensive thing in software?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Feeney, Michael</dc:creator>
  <cp:lastModifiedBy>Feeney, Michael</cp:lastModifiedBy>
  <cp:revision>1</cp:revision>
  <dcterms:created xsi:type="dcterms:W3CDTF">2025-11-03T13:10:24Z</dcterms:created>
  <dcterms:modified xsi:type="dcterms:W3CDTF">2025-11-03T13:35:02Z</dcterms:modified>
</cp:coreProperties>
</file>